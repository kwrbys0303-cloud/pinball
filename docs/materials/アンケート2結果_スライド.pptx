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2回目のアンケート結果。前回より「げき」を選んだ人が増えたことを軸に見せる。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前回は「げき」3人だったが今回5人に増えた。パントマイム・大喜利は0人。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「国をつくってほしい」は小道具づくりの希望とつながる。ダーク系の希望は悪ノ娘の路線と一致。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反対が2人だけ。この2人は「どうぐをつくる」を選んでいるので裏方で参加できる。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役割の希望が台本の配役とほぼ一致している。ここが今回最大の発見。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曲名を挙げるのは難しかった。候補を聴かせて選ぶ方式に切り替える根拠になる。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全員合唱の曲選びに直結。明るく、みんなが知っていて、盛り上がる曲がよい。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劇の方向性に十分な支持がある。ここで安心して次に進める。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台本の配役と希望が一致。配役を提示しても受け入れられやすい。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次回10/1に全員合唱の曲を決定。物語の紹介と役割決めもここから。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2かいめの こたえが</a:t>
            </a:r>
            <a:endParaRPr lang="en-US" sz="5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あつまりました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40080" y="3931920"/>
            <a:ext cx="65836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39319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ぶんかさい アンケート その2　けっか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キボウグループ　12人が こたえてくれました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　この中で、いちばん やってみたいことは？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たたかい・アクション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343400" y="1386230"/>
            <a:ext cx="5669280" cy="281635"/>
          </a:xfrm>
          <a:prstGeom prst="roundRect">
            <a:avLst>
              <a:gd name="adj" fmla="val 19481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2408" y="13258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5人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げき（ものがたり）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43400" y="1889150"/>
            <a:ext cx="5669280" cy="281635"/>
          </a:xfrm>
          <a:prstGeom prst="roundRect">
            <a:avLst>
              <a:gd name="adj" fmla="val 19481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22408" y="18288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5人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317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400" y="2392070"/>
            <a:ext cx="4535424" cy="281635"/>
          </a:xfrm>
          <a:prstGeom prst="roundRect">
            <a:avLst>
              <a:gd name="adj" fmla="val 19481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88552" y="23317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346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クイズ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43400" y="2894990"/>
            <a:ext cx="3401568" cy="281635"/>
          </a:xfrm>
          <a:prstGeom prst="roundRect">
            <a:avLst>
              <a:gd name="adj" fmla="val 19481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54696" y="28346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375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わるやく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43400" y="3397910"/>
            <a:ext cx="3401568" cy="281635"/>
          </a:xfrm>
          <a:prstGeom prst="roundRect">
            <a:avLst>
              <a:gd name="adj" fmla="val 19481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54696" y="33375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 うたう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43400" y="3900830"/>
            <a:ext cx="2267712" cy="281635"/>
          </a:xfrm>
          <a:prstGeom prst="roundRect">
            <a:avLst>
              <a:gd name="adj" fmla="val 19481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38404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3434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「できませーん」もう一回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343400" y="4403750"/>
            <a:ext cx="2267712" cy="281635"/>
          </a:xfrm>
          <a:prstGeom prst="roundRect">
            <a:avLst>
              <a:gd name="adj" fmla="val 19481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0840" y="43434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46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おうえん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43400" y="4906670"/>
            <a:ext cx="2267712" cy="281635"/>
          </a:xfrm>
          <a:prstGeom prst="roundRect">
            <a:avLst>
              <a:gd name="adj" fmla="val 19481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48463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3492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ダンス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343400" y="5409590"/>
            <a:ext cx="1133856" cy="281635"/>
          </a:xfrm>
          <a:prstGeom prst="roundRect">
            <a:avLst>
              <a:gd name="adj" fmla="val 19481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86984" y="53492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40080" y="576072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576072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「たたかい・アクション」と「げき」が どうひょうで いちばん 多い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　ほかに アイデアは ある？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11535" cy="685800"/>
          </a:xfrm>
          <a:prstGeom prst="roundRect">
            <a:avLst>
              <a:gd name="adj" fmla="val 13333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げきだったら 国を つくってほしい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685800"/>
          </a:xfrm>
          <a:prstGeom prst="roundRect">
            <a:avLst>
              <a:gd name="adj" fmla="val 13333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けん（剣）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911535" cy="685800"/>
          </a:xfrm>
          <a:prstGeom prst="roundRect">
            <a:avLst>
              <a:gd name="adj" fmla="val 13333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0896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バトルロワイヤル／デスゲーム／ダークファンタジー／マフィア・ホラーげき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911535" cy="685800"/>
          </a:xfrm>
          <a:prstGeom prst="roundRect">
            <a:avLst>
              <a:gd name="adj" fmla="val 13333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9776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がっしょう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10911535" cy="685800"/>
          </a:xfrm>
          <a:prstGeom prst="roundRect">
            <a:avLst>
              <a:gd name="adj" fmla="val 13333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8463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「できませーん」を もう1回 やりたい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85216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585216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5人が かいてくれました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　げき（ものがたり）を やってみたい？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やってみたい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343400" y="1650492"/>
            <a:ext cx="3779520" cy="448056"/>
          </a:xfrm>
          <a:prstGeom prst="roundRect">
            <a:avLst>
              <a:gd name="adj" fmla="val 122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32648" y="1554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どちらでも いい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43400" y="2564892"/>
            <a:ext cx="5669280" cy="448056"/>
          </a:xfrm>
          <a:prstGeom prst="roundRect">
            <a:avLst>
              <a:gd name="adj" fmla="val 12245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22408" y="2468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6人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83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あまり やりたくない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400" y="3479292"/>
            <a:ext cx="1889760" cy="448056"/>
          </a:xfrm>
          <a:prstGeom prst="roundRect">
            <a:avLst>
              <a:gd name="adj" fmla="val 12245"/>
            </a:avLst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2888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66344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12人中 10人が「やってみたい」「どちらでもいい」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「あまり やりたくない」2人には、うら方（どうぐ・音）の やくわりを 用意します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げきの中で、やってみたいことは？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しゃべる（せりふ）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343400" y="1492758"/>
            <a:ext cx="5669280" cy="352044"/>
          </a:xfrm>
          <a:prstGeom prst="roundRect">
            <a:avLst>
              <a:gd name="adj" fmla="val 1558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2408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6人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756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どうぐを つくる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43400" y="2151126"/>
            <a:ext cx="5669280" cy="352044"/>
          </a:xfrm>
          <a:prstGeom prst="roundRect">
            <a:avLst>
              <a:gd name="adj" fmla="val 1558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22408" y="20756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6人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340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たたかう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400" y="2809494"/>
            <a:ext cx="3779520" cy="352044"/>
          </a:xfrm>
          <a:prstGeom prst="roundRect">
            <a:avLst>
              <a:gd name="adj" fmla="val 15584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32648" y="27340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924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うたう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43400" y="3467862"/>
            <a:ext cx="2834640" cy="352044"/>
          </a:xfrm>
          <a:prstGeom prst="roundRect">
            <a:avLst>
              <a:gd name="adj" fmla="val 15584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87768" y="33924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507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音を ならす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43400" y="4126230"/>
            <a:ext cx="2834640" cy="352044"/>
          </a:xfrm>
          <a:prstGeom prst="roundRect">
            <a:avLst>
              <a:gd name="adj" fmla="val 15584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87768" y="40507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709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いしょうを つくる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43400" y="4784598"/>
            <a:ext cx="1889760" cy="352044"/>
          </a:xfrm>
          <a:prstGeom prst="roundRect">
            <a:avLst>
              <a:gd name="adj" fmla="val 15584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2888" y="4709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57784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「しゃべる」と「どうぐを つくる」が どうひょうで いちばん 多い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　文化祭で、どんな 曲を うたいたい？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5448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いきものがかり「エール」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0604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かっこいい曲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319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曲の名前を かけた人は 2人でした。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次は 先生が 曲の こうほを 用意して、きいてから えらびます。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　どんな かんじの 曲が いい？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かっこいい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343400" y="1440180"/>
            <a:ext cx="5669280" cy="320040"/>
          </a:xfrm>
          <a:prstGeom prst="roundRect">
            <a:avLst>
              <a:gd name="adj" fmla="val 171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2408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9人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あかるい・げんき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43400" y="2034540"/>
            <a:ext cx="5669280" cy="320040"/>
          </a:xfrm>
          <a:prstGeom prst="roundRect">
            <a:avLst>
              <a:gd name="adj" fmla="val 171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22408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9人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みんなが 知っている曲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400" y="2628900"/>
            <a:ext cx="4409440" cy="320040"/>
          </a:xfrm>
          <a:prstGeom prst="roundRect">
            <a:avLst>
              <a:gd name="adj" fmla="val 171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2568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7人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おもしろい・たのしい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43400" y="3223260"/>
            <a:ext cx="314960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02728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かなしい・せつない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43400" y="3817620"/>
            <a:ext cx="125984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12968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しずか・やさしい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43400" y="4411980"/>
            <a:ext cx="125984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2968" y="4343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937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なつかしい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343400" y="5006340"/>
            <a:ext cx="125984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12968" y="4937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そのほか：ダーク／もりあがる曲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98932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「かっこいい」と「あかるい・げんき」が どうひょうで いちばん 多い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わかったこと ①　げきは できそう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6339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「げき」を えらんだ人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45375" y="182880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前回3人 → 今回5人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017520"/>
            <a:ext cx="6339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やってみたい・どちらでもいい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45375" y="301752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12人中 10人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206240"/>
            <a:ext cx="6339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あまり やりたくない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345375" y="42062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2人（うら方で さんか）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みんなの きもちが そろってきました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わかったこと ②　やりたい やくわりが そろっている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しゃべる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3716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6人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37160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ひめ・けんし・かたり手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どうぐを つくる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24028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6人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24028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けん・かんむり・ぶたい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1089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たたかう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10896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10896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けんし 4人ぶん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776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音を ならす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97764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97764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ボンゴ・うちがっき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8463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うたう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84632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846320"/>
            <a:ext cx="5790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うた・がっしょう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580644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80644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やりたい人の 数と、ひつような 役の 数が ぴったり あっています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 すること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2121408"/>
            <a:ext cx="685800" cy="68580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214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011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ものがたりを きいて、やくわりを きめる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355848"/>
            <a:ext cx="685800" cy="68580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3558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4612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 うたう 曲を きいて、えらぶ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4590288"/>
            <a:ext cx="685800" cy="68580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902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448056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どうぐ・いしょうを つくりはじめる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2026-09-18T05:45:50Z</dcterms:created>
  <dcterms:modified xsi:type="dcterms:W3CDTF">2026-09-18T05:45:50Z</dcterms:modified>
</cp:coreProperties>
</file>
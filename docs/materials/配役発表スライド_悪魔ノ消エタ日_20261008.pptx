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4630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キボウグループ　文化祭　ミュージカル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926080" y="2240280"/>
            <a:ext cx="6339535" cy="4572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46888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「悪魔ノ消エタ日」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2926080" y="4023360"/>
            <a:ext cx="6339535" cy="4572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44348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きょうは 配役の 発表です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0" y="51206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2026年12月12日　文化祭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 おはなし？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なんでも ひとりじめしたい 王女と、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だれも 近よらない 剣士。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ふたりとも、ずっと ひとりぼっちでした。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10911535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31750">
            <a:solidFill>
              <a:srgbClr val="F9E79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題名の いみ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11480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ひとりぼっちの 心には、悪魔が すみつきます。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66344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でも、だれかと 分かりあえたとき、悪魔は 消えるのです。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25780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おにぎりを 半分ずつ 食べた その日が、「悪魔ノ消エタ日」。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配役発表　舞台チーム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王女・召使い・剣士・家来たち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22821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228211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奥平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228211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なんでも ひとりじめしたい 王女。黒い王冠＝悪魔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66160"/>
            <a:ext cx="2282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 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5114" y="178308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2274" y="1874520"/>
            <a:ext cx="22821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召使い（ふたご）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2274" y="2286000"/>
            <a:ext cx="228211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二宮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3562274" y="3017520"/>
            <a:ext cx="228211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いつも 王女の となりに いる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62274" y="3566160"/>
            <a:ext cx="2282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0148" y="178308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7308" y="1874520"/>
            <a:ext cx="22821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47308" y="2286000"/>
            <a:ext cx="228211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玉井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347308" y="3017520"/>
            <a:ext cx="228211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だれも 近よらない、ひとりぼっちの 剣士。黒い剣＝悪魔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47308" y="3566160"/>
            <a:ext cx="2282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 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95181" y="178308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32341" y="1874520"/>
            <a:ext cx="22821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32341" y="2286000"/>
            <a:ext cx="228211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野村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9132341" y="3017520"/>
            <a:ext cx="228211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家来の リーダー。ただひとり「ブブー！」と 反対する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32341" y="3566160"/>
            <a:ext cx="2282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 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16052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251960"/>
            <a:ext cx="22821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663440"/>
            <a:ext cx="228211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日下部</a:t>
            </a:r>
            <a:endParaRPr lang="en-US" sz="32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394960"/>
            <a:ext cx="228211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戦いが 大好き。必殺技を 持っている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943600"/>
            <a:ext cx="2282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 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25114" y="416052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62274" y="4251960"/>
            <a:ext cx="22821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家来B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562274" y="4663440"/>
            <a:ext cx="228211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大畑</a:t>
            </a:r>
            <a:endParaRPr lang="en-US" sz="3200" dirty="0"/>
          </a:p>
        </p:txBody>
      </p:sp>
      <p:sp>
        <p:nvSpPr>
          <p:cNvPr id="33" name="Text 31"/>
          <p:cNvSpPr txBox="1"/>
          <p:nvPr/>
        </p:nvSpPr>
        <p:spPr>
          <a:xfrm>
            <a:off x="3562274" y="5394960"/>
            <a:ext cx="228211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「いくぞ！プレイボール！」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562274" y="5943600"/>
            <a:ext cx="2282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 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0148" y="416052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47308" y="4251960"/>
            <a:ext cx="22821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家来C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347308" y="4663440"/>
            <a:ext cx="228211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西井</a:t>
            </a:r>
            <a:endParaRPr lang="en-US" sz="3200" dirty="0"/>
          </a:p>
        </p:txBody>
      </p:sp>
      <p:sp>
        <p:nvSpPr>
          <p:cNvPr id="38" name="Text 36"/>
          <p:cNvSpPr txBox="1"/>
          <p:nvPr/>
        </p:nvSpPr>
        <p:spPr>
          <a:xfrm>
            <a:off x="6347308" y="5394960"/>
            <a:ext cx="228211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「俺たちの 球が 見えるかな？」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347308" y="5943600"/>
            <a:ext cx="2282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 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配役発表　語り部・音楽チーム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物語を 語りながら、ウクレレ・ボンゴ・鐘で 音楽を つくる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847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語り部リーダー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32104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田中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321045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物語の 最初と 最後を 語る。ラストの「せーの！」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66160"/>
            <a:ext cx="32104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3458" y="1783080"/>
            <a:ext cx="34847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0618" y="1874520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90618" y="2286000"/>
            <a:ext cx="32104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安蒜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490618" y="3017520"/>
            <a:ext cx="321045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悪魔の話と、ひとりぼっちの 王女の 話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90618" y="3566160"/>
            <a:ext cx="32104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66837" y="1783080"/>
            <a:ext cx="34847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03997" y="1874520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03997" y="2286000"/>
            <a:ext cx="32104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小西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8203997" y="3017520"/>
            <a:ext cx="321045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剣士の 紹介と、発車の アナウンス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03997" y="3566160"/>
            <a:ext cx="32104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34847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251960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63440"/>
            <a:ext cx="32104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浦山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394960"/>
            <a:ext cx="321045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戦いの 実況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943600"/>
            <a:ext cx="32104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53458" y="4160520"/>
            <a:ext cx="34847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90618" y="4251960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語り部・カウベル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90618" y="4663440"/>
            <a:ext cx="32104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吉川</a:t>
            </a:r>
            <a:endParaRPr lang="en-US" sz="3200" dirty="0"/>
          </a:p>
        </p:txBody>
      </p:sp>
      <p:sp>
        <p:nvSpPr>
          <p:cNvPr id="28" name="Text 26"/>
          <p:cNvSpPr txBox="1"/>
          <p:nvPr/>
        </p:nvSpPr>
        <p:spPr>
          <a:xfrm>
            <a:off x="4490618" y="5394960"/>
            <a:ext cx="321045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ひとりぼっちの 剣士の 話。「カキーン！」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490618" y="5943600"/>
            <a:ext cx="32104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 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66837" y="4160520"/>
            <a:ext cx="34847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03997" y="4251960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審判・ボンゴ・鐘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03997" y="4663440"/>
            <a:ext cx="32104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大塚</a:t>
            </a:r>
            <a:endParaRPr lang="en-US" sz="3200" dirty="0"/>
          </a:p>
        </p:txBody>
      </p:sp>
      <p:sp>
        <p:nvSpPr>
          <p:cNvPr id="33" name="Text 31"/>
          <p:cNvSpPr txBox="1"/>
          <p:nvPr/>
        </p:nvSpPr>
        <p:spPr>
          <a:xfrm>
            <a:off x="8203997" y="5394960"/>
            <a:ext cx="321045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「はじめ！」「勝負、あり！」。ボンゴの 主役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203997" y="5943600"/>
            <a:ext cx="32104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 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おはなしの ながれ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ぜんぶで やく 7分30秒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5029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プロローグ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783080"/>
            <a:ext cx="6522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悪魔が すみつく、遠い昔の 物語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10911535" cy="5029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500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場面1　王女の城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350008"/>
            <a:ext cx="6522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「ブブー！」「聞こえないのかしら」「おやつの時間だわ」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916936"/>
            <a:ext cx="10911535" cy="5029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9169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場面2　ひとりの剣士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916936"/>
            <a:ext cx="6522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「一体、何者だ！？」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483864"/>
            <a:ext cx="10911535" cy="502920"/>
          </a:xfrm>
          <a:prstGeom prst="rect">
            <a:avLst/>
          </a:prstGeom>
          <a:solidFill>
            <a:srgbClr val="FCE1E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48386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場面3　戦い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483864"/>
            <a:ext cx="6522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プレイボール！ → 必殺技 → ★ジャーン！！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050792"/>
            <a:ext cx="10911535" cy="5029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0507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場面4　はんぶんこ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4050792"/>
            <a:ext cx="6522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「おにぎりしか ないが、半分ずつ 食べるか」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911535" cy="50292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617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4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糸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4617720"/>
            <a:ext cx="6522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全員で うたう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5184648"/>
            <a:ext cx="10911535" cy="5029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18464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場面5　新しい道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5184648"/>
            <a:ext cx="6522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「誰も 一人じゃない」→「出発、進行ーっ！」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" y="5751576"/>
            <a:ext cx="10911535" cy="502920"/>
          </a:xfrm>
          <a:prstGeom prst="rect">
            <a:avLst/>
          </a:prstGeom>
          <a:solidFill>
            <a:srgbClr val="FCE1E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75157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カントリーロード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5751576"/>
            <a:ext cx="6522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全員で うたう → 「せーの！」★ジャン！！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はじまり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プロローグ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0:00〜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6304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語り部が、遠い昔の 物語を 語りはじめる。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語り部リーダー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田中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42316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これは、誰にも 知られていない、遠い昔の 物語です。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安蒜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97180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ひとりぼっちの 心には、悪魔が すみつくと いわれています。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語り部リーダー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田中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52044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ある国に、なんでも ひとりじめしたがる 王女が いました。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王女の城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0:25〜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6304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世界一の プリンが ほしい 王女。ただひとり 反対した 家来頭を、ひと言で だまらせる。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2316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野村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423160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ご報告です！　フトク王国の プリンが、世界一 だそうです！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898648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52928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852928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な、な、な、なんだってー！？　世界一の プリン！？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28416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282696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野村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282696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そのようです！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758184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712464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召使い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二宮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712464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王女様は プリンを 食べたいようです！　フトク王国から 全て 奪ってきなさい！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187952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14223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野村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4142232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ブブー！　奪っては いけませーん！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57200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4572000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聞こえないのかしら、〇〇〇。　フトク王国から、全てを、奪いなさい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5047488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5001768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野村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749040" y="5001768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ブ……ブ……　はいっ！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5477256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5431536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家来A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日下部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749040" y="5431536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よっしゃー！　いくさだ いくさだー！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5907024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" y="5861304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749040" y="5861304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あら、おやつの時間だわ　（ひとりで ドーナツ）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" y="6336792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31520" y="629107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安蒜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749040" y="6291072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王女は いつも、ひとりで おやつを 食べていました。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ひとりの剣士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1:15〜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6304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となりの国の はずれに いる、ひとりぼっちの 剣士。そこへ 家来たちが 攻めこむ。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小西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42316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となりの フトク王国の はずれには、だれも 近よらない 剣士が いました。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吉川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97180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剣士も また、ずっと ひとりでした。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玉井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52044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……こんな所に、俺以外の 誰かが 来るとは。　一体、何者だ！？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069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家来A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日下部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406908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オラオラ！　王女様の ご命令だ！　全部 よこせー！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617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玉井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461772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……何人でも 来い。俺は、ひとりで 十分だ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0080" y="521208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166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516636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……いいね。　でも 早く しなさい。ドーナツが かたくなるわ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戦い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1:50〜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6304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ボンゴと ウクレレの 音に 合わせて 決めポーズ。最後は ★ジャーン！！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2316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浦山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423160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 対 四人。　果たして、どちらが 勝つのでしょうか！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898648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52928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審判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大塚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852928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はじめ！　（ゴング → ボンゴソロ）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28416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282696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家来B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大畑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282696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いくぞ！　プレイボール！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758184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712464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家来C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西井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712464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俺たちの 球が 見えるかな？　せーの！　（カキーン！）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187952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14223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家来A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日下部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4142232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まだまだ いくぞ！　必殺、〇〇〇！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57200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野村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4572000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 リーダーです！　いっきまーす！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5001768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★ジャーン！！　→　しーん……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477256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5431536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審判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大塚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749040" y="5431536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勝負、あり！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5907024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5861304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浦山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749040" y="5861304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残るは、王女 ただ ひとり。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はんぶんこ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2:35〜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6304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剣を 向けられた 王女の、さいごの ひと言。剣士は 剣を 置く。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召使い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二宮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42316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王女様には 指一本 触れさせないよ！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97180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危ないから 下がりなさい。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玉井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52044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……言い残すことは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069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406908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そうね。一度でいいから、だれかと おやつを 食べてみたかった かな。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617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玉井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461772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おにぎりしか ないが、半分ずつ 食べるか。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0080" y="521208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166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516636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おいしい。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40080" y="6126480"/>
            <a:ext cx="10911535" cy="502920"/>
          </a:xfrm>
          <a:prstGeom prst="roundRect">
            <a:avLst>
              <a:gd name="adj" fmla="val 14545"/>
            </a:avLst>
          </a:prstGeom>
          <a:solidFill>
            <a:srgbClr val="F9E79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612648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4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糸（1番）　全員で うたう。家来たちも 立ち上がって いっしょに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新しい道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4:50〜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6304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王女は あやまりに 行くと 決める。ひとりで 行かせない 仲間たち。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2316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423160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まるで、悪魔に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898648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52928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玉井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852928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……とりつかれていたみたいだ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28416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282696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野村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282696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フトク王国は……ゆるして くれるでしょうか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758184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712464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712464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分からない。でも、一人で あやまりに 行くわ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187952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14223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召使い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二宮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4142232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ひとりでなんて、行かせない。　ぼくは ずっと、となりに いるよ。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57200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家来B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大畑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4572000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野菜も 持っていこう！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5047488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5001768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家来A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日下部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749040" y="5001768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俺も 行くぜ！　戦いは 無しで！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5477256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5431536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家来C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西井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749040" y="5431536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あやまるのも、強さです。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5907024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" y="5861304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玉井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749040" y="5861304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誰も 一人じゃない。　こんなにも 温かい。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出発進行！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5:35〜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6304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悪魔が 消えた わけ。そして、新しい 道へ 出発。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231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吉川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423160"/>
            <a:ext cx="780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ひとりぼっちの 心には、悪魔が すみつきます。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944368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986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語り部リーダー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田中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898648"/>
            <a:ext cx="780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でも、だれかと 分かりあえたとき、悪魔は 消えるのです。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419856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37413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小西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374136"/>
            <a:ext cx="780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まもなく、新しい道 行きが 発車いたします。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895344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5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84962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野村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849624"/>
            <a:ext cx="780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出発、進行ーっ！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4325112"/>
            <a:ext cx="780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カントリーロード → 楽器を 鳴らし続けて…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846320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5F6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8006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語り部リーダー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田中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4800600"/>
            <a:ext cx="780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せーの！　　★ジャン！！（役らしい 決めポーズ）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321808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5F6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527608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語り部リーダー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田中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5276088"/>
            <a:ext cx="780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これで、キボウグループの 発表を 終わります！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6126480"/>
            <a:ext cx="10911535" cy="502920"/>
          </a:xfrm>
          <a:prstGeom prst="roundRect">
            <a:avLst>
              <a:gd name="adj" fmla="val 14545"/>
            </a:avLst>
          </a:prstGeom>
          <a:solidFill>
            <a:srgbClr val="F9E79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612648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4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カントリーロード（1番）　全員で うたう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★ジャーン！が 2回 あります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笑う ところ・せつない ところ・盛り上がる ところ を 思いきって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11535" cy="1600200"/>
          </a:xfrm>
          <a:prstGeom prst="roundRect">
            <a:avLst>
              <a:gd name="adj" fmla="val 4571"/>
            </a:avLst>
          </a:prstGeom>
          <a:solidFill>
            <a:srgbClr val="FDF3F3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965960"/>
            <a:ext cx="101800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戦いの 最後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14600"/>
            <a:ext cx="101800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家来頭と 剣士の 押し合い → ボンゴ・ウクレレ・ピアノが どんどん 大きく → 剣が 落ちた しゅんかん「ジャーン！！」→ しーん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0911535" cy="1600200"/>
          </a:xfrm>
          <a:prstGeom prst="roundRect">
            <a:avLst>
              <a:gd name="adj" fmla="val 4571"/>
            </a:avLst>
          </a:prstGeom>
          <a:solidFill>
            <a:srgbClr val="FDF3F3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840480"/>
            <a:ext cx="101800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劇の 最後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389120"/>
            <a:ext cx="101800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カントリーロードの あとも 楽器を 鳴らし続ける → 田中さんの「せーの！」→ 全員で「ジャン！！」→ 役らしい 決めポーズで ストップ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 考える ところ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みんなで アイデアを 出して、劇を つくっていこう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181448" cy="1783080"/>
          </a:xfrm>
          <a:prstGeom prst="roundRect">
            <a:avLst>
              <a:gd name="adj" fmla="val 5128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王女の あだ名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1460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奥平さん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2608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家来頭を なんと よぶ？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70168" y="1828800"/>
            <a:ext cx="5181448" cy="1783080"/>
          </a:xfrm>
          <a:prstGeom prst="roundRect">
            <a:avLst>
              <a:gd name="adj" fmla="val 5128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4488" y="196596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必殺技の 名前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251460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日下部さん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44488" y="292608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「必殺、〇〇〇！」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181448" cy="1783080"/>
          </a:xfrm>
          <a:prstGeom prst="roundRect">
            <a:avLst>
              <a:gd name="adj" fmla="val 5128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決めポーズ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52628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93776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最後の ジャン！で、自分の 役らしい ポーズ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70168" y="3840480"/>
            <a:ext cx="5181448" cy="1783080"/>
          </a:xfrm>
          <a:prstGeom prst="roundRect">
            <a:avLst>
              <a:gd name="adj" fmla="val 5128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44488" y="397764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道具・衣装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644488" y="452628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44488" y="493776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黒い王冠・黒い剣・剣・ドーナツ・おにぎり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554480" cy="64008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938528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17320" y="18288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828800"/>
            <a:ext cx="73453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配役発表・台本を 読んでみる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2852928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27432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10月〜11月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743200"/>
            <a:ext cx="73453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チームに 分かれて 練習（舞台チーム・語り部・ウクレレ隊）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85800" y="3767328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36576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11月〜12月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657600"/>
            <a:ext cx="73453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文化祭練習で 通して 練習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85800" y="468172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17320" y="4572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12月12日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572000"/>
            <a:ext cx="73453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本番！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ひとりじゃない。みんなで つくる 文化祭。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2026-10-07T21:55:02Z</dcterms:created>
  <dcterms:modified xsi:type="dcterms:W3CDTF">2026-10-07T21:55:02Z</dcterms:modified>
</cp:coreProperties>
</file>
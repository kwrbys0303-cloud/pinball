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55448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キボウグループの 発表は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0" y="210312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ミュージカル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926080" y="3017520"/>
            <a:ext cx="6339535" cy="54864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0" y="324612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「ひとりじめより、はんぶんこ」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0" y="46634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2026年12月12日　文化祭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ミュージカルって？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げき と うた と えんそう が ひとつに なった 発表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393338" cy="228600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03120"/>
            <a:ext cx="339333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げき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7180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しばいを する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7472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王女・剣士・家来…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99178" y="1920240"/>
            <a:ext cx="3393338" cy="228600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99178" y="2103120"/>
            <a:ext cx="339333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うた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399178" y="297180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全員で うたう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399178" y="347472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「糸」と「カントリーロード」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58277" y="1920240"/>
            <a:ext cx="3393338" cy="228600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58277" y="2103120"/>
            <a:ext cx="339333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えんそう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158277" y="297180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音で もりあげる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158277" y="347472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ウクレレ・ボンゴ・ピアノ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6634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セリフの あと、すぐに うたに 入ります。うたも お話の 一部です。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2578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うたは ひとりで うたいません。いつも 全員で うたいます。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 おはなし？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わがままな 王女と、ひとりぼっちの 剣士。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おにぎりを「はんぶんこ」したことで、ふたりは わかりあう。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そして みんなで、新しい 道を 歩きはじめる。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10911535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31750">
            <a:solidFill>
              <a:srgbClr val="F9E79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だいめいの いみ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480560"/>
            <a:ext cx="101800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ひとりじめ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＝　ぜんぶ じぶんだけの ものに する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はんぶんこ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＝　半分に して、だれかと 分け合う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5486400"/>
            <a:ext cx="10180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半分に すると 量は へるのに、ふたりで 食べると「おいしい」。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とうじょう 人物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ぜんぶで 13人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5F6FA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92808"/>
            <a:ext cx="16877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464994" y="189280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23160"/>
            <a:ext cx="228211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わがままで こわい 王女。でも 本当は ひとりぼっち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29000"/>
            <a:ext cx="22821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しばい・うた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5114" y="178308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5F6FA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2274" y="1892808"/>
            <a:ext cx="16877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召使い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250028" y="189280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62274" y="2423160"/>
            <a:ext cx="228211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王女の ふたご。いつも 王女の そばに いる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62274" y="3429000"/>
            <a:ext cx="22821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しばい・うた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0148" y="178308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5F6FA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47308" y="1892808"/>
            <a:ext cx="16877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035061" y="189280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47308" y="2423160"/>
            <a:ext cx="228211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とても 強い、ひとりぼっちの 剣士。たたかいの 主役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47308" y="3429000"/>
            <a:ext cx="22821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しばい・たたかい・うた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95181" y="178308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5F6FA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32341" y="1892808"/>
            <a:ext cx="16877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家来頭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0820095" y="189280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132341" y="2423160"/>
            <a:ext cx="228211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家来の リーダー。王女に 報告する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32341" y="3429000"/>
            <a:ext cx="22821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しばい・たたかい・うた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16052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5F6FA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270248"/>
            <a:ext cx="16877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家来A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2464994" y="42702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4800600"/>
            <a:ext cx="228211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王女に「ブブー！」と 言う 家来。たたかいの さいごの 見せ場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806440"/>
            <a:ext cx="22821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しばい・たたかい・うた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25114" y="416052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5F6FA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62274" y="4270248"/>
            <a:ext cx="16877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家来B〜D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5250028" y="42702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3人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562274" y="4800600"/>
            <a:ext cx="228211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たたかう 家来。B「やあっ！」 C「とうっ！」 D は声を そろえる ところだけ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562274" y="5806440"/>
            <a:ext cx="22821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しばい・たたかい・うた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0148" y="416052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5F6FA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47308" y="4270248"/>
            <a:ext cx="16877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語り部A〜D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035061" y="42702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4人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347308" y="4800600"/>
            <a:ext cx="228211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お話を 語る。ウクレレを ひきながら うたう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347308" y="5806440"/>
            <a:ext cx="22821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かたり・ウクレレ・うた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995181" y="416052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5F6FA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32341" y="4270248"/>
            <a:ext cx="16877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鐘・ボンゴ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10820095" y="42702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132341" y="4800600"/>
            <a:ext cx="228211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おやつの 鐘を 鳴らす。たたかいで ボンゴを たたく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9132341" y="5806440"/>
            <a:ext cx="22821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楽器・うた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おはなしの ながれ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ぜんぶで やく 7分30秒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45720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プロローグ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783080"/>
            <a:ext cx="6248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語り部が お話を はじめる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95144"/>
            <a:ext cx="10911535" cy="45720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29514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場面1　王女の城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295144"/>
            <a:ext cx="6248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「全てを 奪いなさい」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807208"/>
            <a:ext cx="10911535" cy="45720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8072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場面2　ひとりの剣士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807208"/>
            <a:ext cx="6248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剣士が ひとりで「いただきます」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319272"/>
            <a:ext cx="10911535" cy="45720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3192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場面3　たたかい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3319272"/>
            <a:ext cx="6248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ボンゴと 決めポーズ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3831336"/>
            <a:ext cx="10911535" cy="45720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83133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場面4　はんぶんこ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31336"/>
            <a:ext cx="6248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おにぎりを 半分に 割る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10911535" cy="45720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343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4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糸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4343400"/>
            <a:ext cx="6248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全員で うたう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4855464"/>
            <a:ext cx="10911535" cy="45720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85546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場面5　新しい道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4855464"/>
            <a:ext cx="6248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「ひとりじゃない。一緒に 行こう」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" y="5367528"/>
            <a:ext cx="10911535" cy="45720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53675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4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カントリーロード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5367528"/>
            <a:ext cx="6248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全員で うたう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" y="5879592"/>
            <a:ext cx="10911535" cy="45720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8795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エピローグ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5879592"/>
            <a:ext cx="6248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「ひとりじめより、はんぶんこ」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はじまり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8625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プロローグ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65615" y="502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0:00〜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572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なにが おこる？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856232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ウクレレの 音の 中で、語り部が お話を はじめる。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2194560" cy="420624"/>
          </a:xfrm>
          <a:prstGeom prst="roundRect">
            <a:avLst>
              <a:gd name="adj" fmla="val 13043"/>
            </a:avLst>
          </a:prstGeom>
          <a:solidFill>
            <a:srgbClr val="F5F6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65176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これは、誰にも 知られていない、遠い昔の 物語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264408"/>
            <a:ext cx="2194560" cy="420624"/>
          </a:xfrm>
          <a:prstGeom prst="roundRect">
            <a:avLst>
              <a:gd name="adj" fmla="val 13043"/>
            </a:avLst>
          </a:prstGeom>
          <a:solidFill>
            <a:srgbClr val="F5F6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20040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ひとりぼっちの 心には、悪魔が すみつくと いいます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8625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王女の城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65615" y="502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0:20〜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572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なにが おこる？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856232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世界一の プリンが ほしい 王女。となりの国から 全てを 奪えと 命令する。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家来頭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6517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王女様、ご報告が あります。フトクスイーツ王国の プリンが、世界一 おいしいそうです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17296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召使い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1089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王女は プリンが 食べたいのです。フトクスイーツ王国から 全て 奪ってきなさい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63016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566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5661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ブブー！　奪っては いけませーん！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08736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40233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聞こえないのかしら？　フトクスイーツ王国から 全てを 奪いなさい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54456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480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家来みんな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017520" y="44805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は、はっ！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017520" y="49377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鐘「カラン、カラン」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45896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394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017520" y="53949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あら、おやつの時間だわ　（ひとりで ドーナツを 食べる）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8625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ひとりの剣士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65615" y="502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1:10〜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572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なにが おこる？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856232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だれも 近よらない 剣士。ひとりで おにぎりを 食べていると、家来たちが やってくる。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2194560" cy="420624"/>
          </a:xfrm>
          <a:prstGeom prst="roundRect">
            <a:avLst>
              <a:gd name="adj" fmla="val 13043"/>
            </a:avLst>
          </a:prstGeom>
          <a:solidFill>
            <a:srgbClr val="F5F6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語り部C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65176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フトクスイーツ王国の はずれに、だれも 近よらない 剣士が いました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264408"/>
            <a:ext cx="2194560" cy="420624"/>
          </a:xfrm>
          <a:prstGeom prst="roundRect">
            <a:avLst>
              <a:gd name="adj" fmla="val 13043"/>
            </a:avLst>
          </a:prstGeom>
          <a:solidFill>
            <a:srgbClr val="F5F6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20040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いただきます　（となりを 見る。だれも いない）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813048"/>
            <a:ext cx="2194560" cy="420624"/>
          </a:xfrm>
          <a:prstGeom prst="roundRect">
            <a:avLst>
              <a:gd name="adj" fmla="val 13043"/>
            </a:avLst>
          </a:prstGeom>
          <a:solidFill>
            <a:srgbClr val="F5F6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749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家来頭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74904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王女様の ご命令により、全てを ちょうだいする！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4361688"/>
            <a:ext cx="2194560" cy="420624"/>
          </a:xfrm>
          <a:prstGeom prst="roundRect">
            <a:avLst>
              <a:gd name="adj" fmla="val 13043"/>
            </a:avLst>
          </a:prstGeom>
          <a:solidFill>
            <a:srgbClr val="F5F6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297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429768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何人でも 来い。わたしは、ひとりで 十分だ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4910328"/>
            <a:ext cx="2194560" cy="420624"/>
          </a:xfrm>
          <a:prstGeom prst="roundRect">
            <a:avLst>
              <a:gd name="adj" fmla="val 13043"/>
            </a:avLst>
          </a:prstGeom>
          <a:solidFill>
            <a:srgbClr val="F5F6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846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017520" y="4846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早く しなさい。ドーナツが かたくなるわ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8625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たたかい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65615" y="502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1:50〜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572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なにが おこる？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856232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セリフは なし。ボンゴと ウクレレの 音に 合わせて、決めポーズ。ダンスは ありません。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2194560" cy="420624"/>
          </a:xfrm>
          <a:prstGeom prst="roundRect">
            <a:avLst>
              <a:gd name="adj" fmla="val 13043"/>
            </a:avLst>
          </a:prstGeom>
          <a:solidFill>
            <a:srgbClr val="F5F6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65176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家来B「やあっ！」→ 剣士が 受ける → ひざを つく　ドン！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264408"/>
            <a:ext cx="2194560" cy="420624"/>
          </a:xfrm>
          <a:prstGeom prst="roundRect">
            <a:avLst>
              <a:gd name="adj" fmla="val 13043"/>
            </a:avLst>
          </a:prstGeom>
          <a:solidFill>
            <a:srgbClr val="F5F6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20040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家来C「とうっ！」→ 剣士が よける → ひざを つく　ドン！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813048"/>
            <a:ext cx="2194560" cy="420624"/>
          </a:xfrm>
          <a:prstGeom prst="roundRect">
            <a:avLst>
              <a:gd name="adj" fmla="val 13043"/>
            </a:avLst>
          </a:prstGeom>
          <a:solidFill>
            <a:srgbClr val="F5F6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749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74904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家来頭と 家来D → 剣士の 一振り → ひざを つく　ドン！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4361688"/>
            <a:ext cx="2194560" cy="420624"/>
          </a:xfrm>
          <a:prstGeom prst="roundRect">
            <a:avLst>
              <a:gd name="adj" fmla="val 13043"/>
            </a:avLst>
          </a:prstGeom>
          <a:solidFill>
            <a:srgbClr val="F5F6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297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429768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家来A → 剣と 剣で にらみあい → 剣を 落とす　ドン！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4846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しーん……。王女の ドーナツが 口の 前で 止まる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8625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はんぶんこ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65615" y="502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2:25〜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572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なにが おこる？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856232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負けた 王女に、剣士が 剣を 向ける。王女の ひとことで、剣士は 剣を 置く。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召使い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6517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王女様には、指一本 ふれさせません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17296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1089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下がりなさい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63016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566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5661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言いのこすことは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08736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40233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そうね。……一度でいいから、だれかと おやつを 食べてみたかった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54456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480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017520" y="44805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おにぎりしか ないが、半分ずつ 食べるか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500176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4937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017520" y="49377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おいしい　（王冠を 外す。2人の 目が 合う）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598932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9E79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98932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4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糸（1番）　全員で うたう。王女と 剣士は ならんで すわる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8625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新しい道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65615" y="502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4:55〜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572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なにが おこる？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856232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王女は、してしまったことを あやまりに 行くと 決める。みんなが ついていく。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6517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まるで、悪魔に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17296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1089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とりつかれていたみたいだ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63016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566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5661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フトクスイーツ王国は、ゆるして くれるでしょうか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08736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40233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分からない。でも、一人で あやまりに 行くわ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54456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480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召使い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017520" y="44805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ひとりでは、行かせません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500176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4937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家来頭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017520" y="49377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わたしたちも、お供します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545896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5394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3949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ひとりじゃない。一緒に 行こう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" y="598932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9E79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4400" y="598932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4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カントリーロード（1番）　全員で うたう。ひとりずつ 列に 加わって 歩き出す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おわり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8625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エピローグ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65615" y="502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7:05〜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572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なにが おこる？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856232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鐘が 鳴る。こんどは 王女が、ドーナツを 半分に 割って 召使いに わたす。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2194560" cy="420624"/>
          </a:xfrm>
          <a:prstGeom prst="roundRect">
            <a:avLst>
              <a:gd name="adj" fmla="val 13043"/>
            </a:avLst>
          </a:prstGeom>
          <a:solidFill>
            <a:srgbClr val="F5F6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65176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これは、誰にも 知られていない、遠い昔の 物語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264408"/>
            <a:ext cx="2194560" cy="420624"/>
          </a:xfrm>
          <a:prstGeom prst="roundRect">
            <a:avLst>
              <a:gd name="adj" fmla="val 13043"/>
            </a:avLst>
          </a:prstGeom>
          <a:solidFill>
            <a:srgbClr val="F5F6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20040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ひとりぼっちの 心には、悪魔が すみつくと いいます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813048"/>
            <a:ext cx="2194560" cy="420624"/>
          </a:xfrm>
          <a:prstGeom prst="roundRect">
            <a:avLst>
              <a:gd name="adj" fmla="val 13043"/>
            </a:avLst>
          </a:prstGeom>
          <a:solidFill>
            <a:srgbClr val="F5F6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749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74904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でも、だれかが きっと、味方に なってくれます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4361688"/>
            <a:ext cx="2194560" cy="420624"/>
          </a:xfrm>
          <a:prstGeom prst="roundRect">
            <a:avLst>
              <a:gd name="adj" fmla="val 13043"/>
            </a:avLst>
          </a:prstGeom>
          <a:solidFill>
            <a:srgbClr val="F5F6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297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語り部4人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429768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ひとりじめより、はんぶんこ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4910328"/>
            <a:ext cx="2194560" cy="420624"/>
          </a:xfrm>
          <a:prstGeom prst="roundRect">
            <a:avLst>
              <a:gd name="adj" fmla="val 13043"/>
            </a:avLst>
          </a:prstGeom>
          <a:solidFill>
            <a:srgbClr val="F5F6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846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017520" y="4846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これで、キボウグループの 発表を 終わります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あんしん ポイント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0020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4708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97228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うたは 全員で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03120"/>
            <a:ext cx="9722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ひとりで うたう ところは ありません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94436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788920"/>
            <a:ext cx="97228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ダンスは なし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200400"/>
            <a:ext cx="9722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たたかいは「決めポーズ」だけ。動きまわりません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04164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886200"/>
            <a:ext cx="97228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ウクレレを ひかない 役も ある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297680"/>
            <a:ext cx="9722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ウクレレを ひくのは 語り部の 4人だけ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13892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138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983480"/>
            <a:ext cx="97228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セリフは 短い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394960"/>
            <a:ext cx="9722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いちばん 多い 役でも 8つ。セリフが ない 役も あります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やくわり と 番号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アンケートには この 番号を 書きます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4114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番号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7830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人数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1783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やること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1783080"/>
            <a:ext cx="25904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1153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19456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945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219456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219456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しばい・うた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2194560"/>
            <a:ext cx="25904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2670048"/>
            <a:ext cx="10911535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E4E7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2670048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267004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召使い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267004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67004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しばい・うた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0" y="2670048"/>
            <a:ext cx="25904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3145536"/>
            <a:ext cx="1091153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145536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314553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3145536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314553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しばい・たたかい・うた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9680" y="3145536"/>
            <a:ext cx="25904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6つ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3621024"/>
            <a:ext cx="10911535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E4E7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3621024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362102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家来頭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4297680" y="3621024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303520" y="362102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しばい・たたかい・うた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869680" y="3621024"/>
            <a:ext cx="25904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0080" y="4096512"/>
            <a:ext cx="1091153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4096512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1554480" y="409651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家来A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4297680" y="409651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303520" y="409651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しばい・たたかい・うた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869680" y="4096512"/>
            <a:ext cx="25904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40080" y="4572000"/>
            <a:ext cx="10911535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E4E7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1520" y="457200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1554480" y="45720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家来B〜D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4297680" y="457200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3人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303520" y="457200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しばい・たたかい・うた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8869680" y="4572000"/>
            <a:ext cx="25904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かけ声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40080" y="5047488"/>
            <a:ext cx="1091153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1520" y="5047488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1554480" y="504748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語り部A〜D</a:t>
            </a:r>
            <a:endParaRPr lang="en-US" sz="1700" dirty="0"/>
          </a:p>
        </p:txBody>
      </p:sp>
      <p:sp>
        <p:nvSpPr>
          <p:cNvPr id="50" name="Text 48"/>
          <p:cNvSpPr txBox="1"/>
          <p:nvPr/>
        </p:nvSpPr>
        <p:spPr>
          <a:xfrm>
            <a:off x="4297680" y="504748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4人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303520" y="504748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かたり・ウクレレ・うた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8869680" y="5047488"/>
            <a:ext cx="25904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1〜2つ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40080" y="5522976"/>
            <a:ext cx="10911535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E4E7F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31520" y="5522976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2000" dirty="0"/>
          </a:p>
        </p:txBody>
      </p:sp>
      <p:sp>
        <p:nvSpPr>
          <p:cNvPr id="55" name="Text 53"/>
          <p:cNvSpPr txBox="1"/>
          <p:nvPr/>
        </p:nvSpPr>
        <p:spPr>
          <a:xfrm>
            <a:off x="1554480" y="552297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鐘・ボンゴ</a:t>
            </a:r>
            <a:endParaRPr lang="en-US" sz="1700" dirty="0"/>
          </a:p>
        </p:txBody>
      </p:sp>
      <p:sp>
        <p:nvSpPr>
          <p:cNvPr id="56" name="Text 54"/>
          <p:cNvSpPr txBox="1"/>
          <p:nvPr/>
        </p:nvSpPr>
        <p:spPr>
          <a:xfrm>
            <a:off x="4297680" y="5522976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303520" y="552297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楽器・うた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8869680" y="5522976"/>
            <a:ext cx="25904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なし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きょう すること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やくわり アンケート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393338" cy="18288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第1希望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33933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　　　）ばん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399178" y="1828800"/>
            <a:ext cx="3393338" cy="18288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99178" y="196596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第2希望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399178" y="2651760"/>
            <a:ext cx="33933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　　　）ばん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158277" y="1828800"/>
            <a:ext cx="3393338" cy="18288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58277" y="196596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第3希望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158277" y="2651760"/>
            <a:ext cx="33933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　　　）ばん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7764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やってみたい 役の 番号を、3つ まで 書いてね。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52628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・人数が 多い 役（家来B〜D、語り部A〜D）は、同じ 番号を 2回 書いても いい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93776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・「これは やりたくない」役が あれば、それも 書いてね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349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・みんなが どれかの 役に なります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これから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554480" cy="64008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92024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17320" y="1828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きょう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828800"/>
            <a:ext cx="71624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お話を 知る・アンケートを 書く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2761488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7320" y="267004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つぎの 音楽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670048"/>
            <a:ext cx="71624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やくわり 発表・台本を 読んでみる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" y="3602736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3511296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10月〜11月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3511296"/>
            <a:ext cx="71624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場面ごとに 練習・どうぐ づくり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5800" y="4443984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17320" y="4352544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11月〜12月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4352544"/>
            <a:ext cx="71624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文化祭練習で 通して 練習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85800" y="528523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17320" y="519379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12月12日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5193792"/>
            <a:ext cx="71624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本番！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2026-09-29T07:54:58Z</dcterms:created>
  <dcterms:modified xsi:type="dcterms:W3CDTF">2026-09-29T07:54:58Z</dcterms:modified>
</cp:coreProperties>
</file>